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C5CF5"/>
                </a:solidFill>
              </a:rPr>
              <a:t>📊 Karpathy 三层架构</a:t>
            </a:r>
          </a:p>
        </p:txBody>
      </p:sp>
      <p:pic>
        <p:nvPicPr>
          <p:cNvPr id="4" name="Picture 3" descr="知识库参考图_1_Karpathy三层架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AABB"/>
                </a:solidFill>
              </a:rPr>
              <a:t>Raw Materials Layer → Wiki Layer → Schema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C5CF5"/>
                </a:solidFill>
              </a:rPr>
              <a:t>📊 四工具工作流</a:t>
            </a:r>
          </a:p>
        </p:txBody>
      </p:sp>
      <p:pic>
        <p:nvPicPr>
          <p:cNvPr id="4" name="Picture 3" descr="知识库参考图_1_Karpathy三层架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AABB"/>
                </a:solidFill>
              </a:rPr>
              <a:t>Clipper → Dataview → Graph View → Marp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C5CF5"/>
                </a:solidFill>
              </a:rPr>
              <a:t>📊 AI 第二大脑的价值</a:t>
            </a:r>
          </a:p>
        </p:txBody>
      </p:sp>
      <p:pic>
        <p:nvPicPr>
          <p:cNvPr id="4" name="Picture 3" descr="知识库参考图_3_AI第二大脑价值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AABB"/>
                </a:solidFill>
              </a:rPr>
              <a:t>统一沉淀 | 检索复用 | 增值数字资产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C5CF5"/>
                </a:solidFill>
              </a:rPr>
              <a:t>📊 四工具详情</a:t>
            </a:r>
          </a:p>
        </p:txBody>
      </p:sp>
      <p:pic>
        <p:nvPicPr>
          <p:cNvPr id="4" name="Picture 3" descr="知识库参考图_4_四工具详情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AABB"/>
                </a:solidFill>
              </a:rPr>
              <a:t>拉进来 | 查出来 | 选出来 | 讲出去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